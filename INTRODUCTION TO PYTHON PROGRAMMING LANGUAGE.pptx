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52" y="5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6145" y="2299970"/>
            <a:ext cx="8937625" cy="1656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 TO PYTHON PROGRAMMING LANGUAGE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3865" y="3968115"/>
            <a:ext cx="7478395" cy="488315"/>
          </a:xfrm>
        </p:spPr>
        <p:txBody>
          <a:bodyPr/>
          <a:lstStyle/>
          <a:p>
            <a:r>
              <a:rPr lang="en-US" altLang="en-US" b="1"/>
              <a:t>DEVELOPMENT OF A RESTAURANT WEB APP</a:t>
            </a:r>
            <a:endParaRPr lang="en-US" alt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4" y="64464"/>
            <a:ext cx="2219113" cy="17752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6685" y="1931670"/>
            <a:ext cx="240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Friday 15</a:t>
            </a:r>
            <a:r>
              <a:rPr lang="en-US" baseline="30000"/>
              <a:t>th</a:t>
            </a:r>
            <a:r>
              <a:rPr lang="en-US"/>
              <a:t> May 2026 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29565" y="4601210"/>
            <a:ext cx="2754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Lecturer:</a:t>
            </a:r>
            <a:endParaRPr lang="en-US"/>
          </a:p>
          <a:p>
            <a:pPr algn="ctr"/>
            <a:r>
              <a:rPr lang="en-US"/>
              <a:t>Mr Mbieuteu Amos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7198995" y="4921250"/>
            <a:ext cx="43091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None/>
            </a:pPr>
            <a:r>
              <a:rPr lang="en-US"/>
              <a:t>By:</a:t>
            </a:r>
            <a:endParaRPr lang="en-US"/>
          </a:p>
          <a:p>
            <a:pPr indent="0" algn="ctr">
              <a:buNone/>
            </a:pPr>
            <a:r>
              <a:rPr lang="en-US" altLang="en-US"/>
              <a:t>KAMDEM MATCHUM JUDITH</a:t>
            </a:r>
            <a:endParaRPr lang="en-US" altLang="en-US"/>
          </a:p>
          <a:p>
            <a:pPr indent="0" algn="ctr">
              <a:buNone/>
            </a:pPr>
            <a:r>
              <a:rPr lang="en-US" altLang="en-US"/>
              <a:t>MVONDO MVONDO ANTHONY</a:t>
            </a:r>
            <a:endParaRPr lang="en-US" altLang="en-US"/>
          </a:p>
          <a:p>
            <a:pPr indent="0" algn="ctr">
              <a:buNone/>
            </a:pPr>
            <a:r>
              <a:rPr lang="en-US" altLang="en-US"/>
              <a:t>MASSADO DJOKO AICHA</a:t>
            </a:r>
            <a:endParaRPr lang="en-US" altLang="en-US"/>
          </a:p>
          <a:p>
            <a:pPr indent="0" algn="ctr">
              <a:buNone/>
            </a:pPr>
            <a:r>
              <a:rPr lang="en-US" altLang="en-US"/>
              <a:t>MEP MEKU AUDREY</a:t>
            </a:r>
            <a:endParaRPr lang="en-US" altLang="en-US"/>
          </a:p>
          <a:p>
            <a:pPr indent="0" algn="ctr">
              <a:buNone/>
            </a:pPr>
            <a:r>
              <a:rPr lang="en-US" altLang="en-US"/>
              <a:t>IBRAHIM DIALLO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89860" y="79375"/>
            <a:ext cx="4606290" cy="937895"/>
          </a:xfrm>
        </p:spPr>
        <p:txBody>
          <a:bodyPr/>
          <a:lstStyle/>
          <a:p>
            <a:pPr algn="ctr"/>
            <a:r>
              <a:rPr lang="en-US" altLang="en-US" b="1" i="1" u="sng" dirty="0"/>
              <a:t>Project Idea</a:t>
            </a:r>
            <a:endParaRPr lang="en-US" altLang="en-US" b="1" i="1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1450" y="1017270"/>
            <a:ext cx="5189220" cy="55994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US" b="1" i="1" u="sng" dirty="0"/>
              <a:t>Problem</a:t>
            </a:r>
            <a:endParaRPr lang="en-US" altLang="en-US" b="1" i="1" u="sng" dirty="0"/>
          </a:p>
          <a:p>
            <a:pPr marL="0" indent="0">
              <a:buNone/>
            </a:pPr>
            <a:r>
              <a:rPr lang="en-US" altLang="en-US" sz="2200" dirty="0"/>
              <a:t>Restaurants often manage:</a:t>
            </a:r>
            <a:endParaRPr lang="en-US" altLang="en-US" sz="2200" dirty="0"/>
          </a:p>
          <a:p>
            <a:pPr>
              <a:buFont typeface="Wingdings" panose="05000000000000000000" charset="0"/>
              <a:buChar char="§"/>
            </a:pPr>
            <a:r>
              <a:rPr lang="en-US" altLang="en-US" sz="2200" dirty="0"/>
              <a:t>Orders manually</a:t>
            </a:r>
            <a:endParaRPr lang="en-US" altLang="en-US" sz="2200" dirty="0"/>
          </a:p>
          <a:p>
            <a:pPr>
              <a:buFont typeface="Wingdings" panose="05000000000000000000" charset="0"/>
              <a:buChar char="§"/>
            </a:pPr>
            <a:r>
              <a:rPr lang="en-US" altLang="en-US" sz="2200" dirty="0"/>
              <a:t>Reservations manually</a:t>
            </a:r>
            <a:endParaRPr lang="en-US" altLang="en-US" sz="2200" dirty="0"/>
          </a:p>
          <a:p>
            <a:pPr>
              <a:buFont typeface="Wingdings" panose="05000000000000000000" charset="0"/>
              <a:buChar char="§"/>
            </a:pPr>
            <a:r>
              <a:rPr lang="en-US" altLang="en-US" sz="2200" dirty="0"/>
              <a:t>Stock manually</a:t>
            </a:r>
            <a:endParaRPr lang="en-US" altLang="en-US" sz="2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b="1" i="1" u="sng" dirty="0"/>
              <a:t>This causes:</a:t>
            </a:r>
            <a:endParaRPr lang="en-US" altLang="en-US" b="1" i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Delays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Mistakes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Poor tracking</a:t>
            </a:r>
            <a:endParaRPr lang="en-US" altLang="en-US" sz="2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b="1" i="1" u="sng" dirty="0"/>
              <a:t>Solution</a:t>
            </a:r>
            <a:endParaRPr lang="en-US" altLang="en-US" b="1" i="1" u="sng" dirty="0"/>
          </a:p>
          <a:p>
            <a:pPr marL="0" indent="0">
              <a:buNone/>
            </a:pPr>
            <a:r>
              <a:rPr lang="en-US" altLang="en-US" sz="2200" dirty="0"/>
              <a:t>  A web application to manage restaurant activities digitally.</a:t>
            </a:r>
            <a:endParaRPr lang="en-US" altLang="en-US" sz="2200" dirty="0"/>
          </a:p>
        </p:txBody>
      </p:sp>
      <p:pic>
        <p:nvPicPr>
          <p:cNvPr id="6" name="Picture 5" descr="stru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365" y="772160"/>
            <a:ext cx="5929630" cy="59359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37180" y="90805"/>
            <a:ext cx="6059170" cy="65214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i="1" u="sng" dirty="0"/>
              <a:t>Technologies Used</a:t>
            </a:r>
            <a:endParaRPr lang="en-US" altLang="en-US" b="1" i="1" u="sng" dirty="0"/>
          </a:p>
        </p:txBody>
      </p:sp>
      <p:pic>
        <p:nvPicPr>
          <p:cNvPr id="6" name="Picture 5" descr="github"/>
          <p:cNvPicPr>
            <a:picLocks noChangeAspect="1"/>
          </p:cNvPicPr>
          <p:nvPr/>
        </p:nvPicPr>
        <p:blipFill>
          <a:blip r:embed="rId1"/>
          <a:srcRect l="5750" t="11833" r="11583" b="13500"/>
          <a:stretch>
            <a:fillRect/>
          </a:stretch>
        </p:blipFill>
        <p:spPr>
          <a:xfrm>
            <a:off x="455295" y="742950"/>
            <a:ext cx="2991485" cy="2702560"/>
          </a:xfrm>
          <a:prstGeom prst="rect">
            <a:avLst/>
          </a:prstGeom>
        </p:spPr>
      </p:pic>
      <p:pic>
        <p:nvPicPr>
          <p:cNvPr id="7" name="Picture 6" descr="png-clipart-django-web-development-web-framework-python-software-framework-django-text-trademark-thumbnail"/>
          <p:cNvPicPr>
            <a:picLocks noChangeAspect="1"/>
          </p:cNvPicPr>
          <p:nvPr/>
        </p:nvPicPr>
        <p:blipFill>
          <a:blip r:embed="rId2"/>
          <a:srcRect l="862" t="4483" r="2586" b="4138"/>
          <a:stretch>
            <a:fillRect/>
          </a:stretch>
        </p:blipFill>
        <p:spPr>
          <a:xfrm>
            <a:off x="4592955" y="982980"/>
            <a:ext cx="3200400" cy="3028950"/>
          </a:xfrm>
          <a:prstGeom prst="rect">
            <a:avLst/>
          </a:prstGeom>
        </p:spPr>
      </p:pic>
      <p:pic>
        <p:nvPicPr>
          <p:cNvPr id="8" name="Picture 7" descr="Python-logo-notext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510" y="982980"/>
            <a:ext cx="2948940" cy="2948940"/>
          </a:xfrm>
          <a:prstGeom prst="rect">
            <a:avLst/>
          </a:prstGeom>
        </p:spPr>
      </p:pic>
      <p:pic>
        <p:nvPicPr>
          <p:cNvPr id="9" name="Picture 8" descr="mysql-logo"/>
          <p:cNvPicPr>
            <a:picLocks noChangeAspect="1"/>
          </p:cNvPicPr>
          <p:nvPr/>
        </p:nvPicPr>
        <p:blipFill>
          <a:blip r:embed="rId4"/>
          <a:srcRect l="-117" t="19766" b="16953"/>
          <a:stretch>
            <a:fillRect/>
          </a:stretch>
        </p:blipFill>
        <p:spPr>
          <a:xfrm>
            <a:off x="2105660" y="4611370"/>
            <a:ext cx="3373120" cy="2132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09265" y="0"/>
            <a:ext cx="5591175" cy="97282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800" b="1" i="1" u="sng" dirty="0"/>
              <a:t>Development Progress</a:t>
            </a:r>
            <a:endParaRPr lang="en-US" altLang="en-US" sz="4800" b="1" i="1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7315" y="774700"/>
            <a:ext cx="4229100" cy="5882640"/>
          </a:xfrm>
        </p:spPr>
        <p:txBody>
          <a:bodyPr/>
          <a:lstStyle/>
          <a:p>
            <a:pPr>
              <a:buFont typeface="Wingdings" panose="05000000000000000000" charset="0"/>
              <a:buChar char="ü"/>
            </a:pPr>
            <a:r>
              <a:rPr lang="en-US" altLang="en-US"/>
              <a:t>Django project configured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MySQL connected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10 models created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migrations successful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CRUD backend complete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Admin configured</a:t>
            </a:r>
            <a:endParaRPr lang="en-US" altLang="en-US"/>
          </a:p>
        </p:txBody>
      </p:sp>
      <p:pic>
        <p:nvPicPr>
          <p:cNvPr id="6" name="Picture 5" descr="WhatsApp Image 2026-05-15 at 13.48.42"/>
          <p:cNvPicPr>
            <a:picLocks noChangeAspect="1"/>
          </p:cNvPicPr>
          <p:nvPr/>
        </p:nvPicPr>
        <p:blipFill>
          <a:blip r:embed="rId1"/>
          <a:srcRect l="1728" t="222" r="23268" b="1001"/>
          <a:stretch>
            <a:fillRect/>
          </a:stretch>
        </p:blipFill>
        <p:spPr>
          <a:xfrm>
            <a:off x="3462020" y="3429000"/>
            <a:ext cx="3641725" cy="3312160"/>
          </a:xfrm>
          <a:prstGeom prst="rect">
            <a:avLst/>
          </a:prstGeom>
        </p:spPr>
      </p:pic>
      <p:pic>
        <p:nvPicPr>
          <p:cNvPr id="7" name="Picture 6" descr="WhatsApp Image 2026-05-15 at 13.48.43"/>
          <p:cNvPicPr>
            <a:picLocks noChangeAspect="1"/>
          </p:cNvPicPr>
          <p:nvPr/>
        </p:nvPicPr>
        <p:blipFill>
          <a:blip r:embed="rId2"/>
          <a:srcRect r="18890"/>
          <a:stretch>
            <a:fillRect/>
          </a:stretch>
        </p:blipFill>
        <p:spPr>
          <a:xfrm>
            <a:off x="7341235" y="1064260"/>
            <a:ext cx="4850765" cy="3242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92186" y="127000"/>
            <a:ext cx="6180999" cy="166914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b="1" i="1" u="sng" dirty="0"/>
              <a:t>Application Screens</a:t>
            </a:r>
            <a:endParaRPr lang="en-US" altLang="en-US" sz="3600" b="1" i="1" u="sng" dirty="0"/>
          </a:p>
        </p:txBody>
      </p:sp>
      <p:pic>
        <p:nvPicPr>
          <p:cNvPr id="3" name="Espace réservé du contenu 2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097" y="924856"/>
            <a:ext cx="2862269" cy="13095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185" y="924856"/>
            <a:ext cx="2843806" cy="130950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76" y="948051"/>
            <a:ext cx="2862269" cy="1286308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1160000" y="463191"/>
            <a:ext cx="987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/>
              <a:t>STEP TO GO TO THE MENU</a:t>
            </a:r>
            <a:endParaRPr lang="fr-FR" sz="2400" b="1" u="sng" dirty="0"/>
          </a:p>
        </p:txBody>
      </p:sp>
      <p:sp>
        <p:nvSpPr>
          <p:cNvPr id="17" name="ZoneTexte 16"/>
          <p:cNvSpPr txBox="1"/>
          <p:nvPr/>
        </p:nvSpPr>
        <p:spPr>
          <a:xfrm>
            <a:off x="4068473" y="2503527"/>
            <a:ext cx="3535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/>
              <a:t>MENU</a:t>
            </a:r>
            <a:endParaRPr lang="fr-FR" sz="2000" b="1" u="sng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76" y="3071181"/>
            <a:ext cx="2998216" cy="1374526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123" y="3156600"/>
            <a:ext cx="2998216" cy="1364329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236" y="3069096"/>
            <a:ext cx="2877732" cy="1309503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32" y="4525800"/>
            <a:ext cx="3330282" cy="1780703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229" y="4623642"/>
            <a:ext cx="3237541" cy="1630575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9387483" y="3977733"/>
            <a:ext cx="1675237" cy="2877731"/>
          </a:xfrm>
          <a:prstGeom prst="rect">
            <a:avLst/>
          </a:prstGeom>
        </p:spPr>
      </p:pic>
      <p:sp>
        <p:nvSpPr>
          <p:cNvPr id="40" name="ZoneTexte 39"/>
          <p:cNvSpPr txBox="1"/>
          <p:nvPr/>
        </p:nvSpPr>
        <p:spPr>
          <a:xfrm>
            <a:off x="6618514" y="-1251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42" name="ZoneTexte 41"/>
          <p:cNvSpPr txBox="1"/>
          <p:nvPr/>
        </p:nvSpPr>
        <p:spPr>
          <a:xfrm>
            <a:off x="6770914" y="272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44" name="ZoneTexte 43"/>
          <p:cNvSpPr txBox="1"/>
          <p:nvPr/>
        </p:nvSpPr>
        <p:spPr>
          <a:xfrm>
            <a:off x="6923314" y="1796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46" name="ZoneTexte 45"/>
          <p:cNvSpPr txBox="1"/>
          <p:nvPr/>
        </p:nvSpPr>
        <p:spPr>
          <a:xfrm>
            <a:off x="931476" y="6404344"/>
            <a:ext cx="2998216" cy="362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52" name="ZoneTexte 51"/>
          <p:cNvSpPr txBox="1"/>
          <p:nvPr/>
        </p:nvSpPr>
        <p:spPr>
          <a:xfrm>
            <a:off x="999450" y="6376443"/>
            <a:ext cx="2396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Admin Interface</a:t>
            </a:r>
            <a:endParaRPr lang="fr-FR" sz="2000" b="1" dirty="0"/>
          </a:p>
        </p:txBody>
      </p:sp>
      <p:sp>
        <p:nvSpPr>
          <p:cNvPr id="63" name="ZoneTexte 62"/>
          <p:cNvSpPr txBox="1"/>
          <p:nvPr/>
        </p:nvSpPr>
        <p:spPr>
          <a:xfrm>
            <a:off x="5457108" y="6298907"/>
            <a:ext cx="299707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Product Li</a:t>
            </a:r>
            <a:r>
              <a:rPr lang="en-US" altLang="fr-FR" sz="2000" b="1" dirty="0"/>
              <a:t>s</a:t>
            </a:r>
            <a:r>
              <a:rPr lang="fr-FR" sz="2000" b="1" dirty="0"/>
              <a:t>ts</a:t>
            </a:r>
            <a:endParaRPr lang="fr-FR" sz="2000" b="1" dirty="0"/>
          </a:p>
        </p:txBody>
      </p:sp>
      <p:sp>
        <p:nvSpPr>
          <p:cNvPr id="64" name="ZoneTexte 63"/>
          <p:cNvSpPr txBox="1"/>
          <p:nvPr/>
        </p:nvSpPr>
        <p:spPr>
          <a:xfrm>
            <a:off x="9049899" y="6363407"/>
            <a:ext cx="2350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Update </a:t>
            </a:r>
            <a:r>
              <a:rPr lang="en-US" sz="2000" b="1" dirty="0"/>
              <a:t>Interface</a:t>
            </a:r>
            <a:endParaRPr lang="fr-FR" sz="2000" b="1" dirty="0"/>
          </a:p>
        </p:txBody>
      </p:sp>
      <p:cxnSp>
        <p:nvCxnSpPr>
          <p:cNvPr id="66" name="Connecteur droit avec flèche 65"/>
          <p:cNvCxnSpPr>
            <a:stCxn id="15" idx="3"/>
            <a:endCxn id="3" idx="1"/>
          </p:cNvCxnSpPr>
          <p:nvPr/>
        </p:nvCxnSpPr>
        <p:spPr>
          <a:xfrm flipV="1">
            <a:off x="3793745" y="1579608"/>
            <a:ext cx="880352" cy="11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>
            <a:stCxn id="3" idx="3"/>
            <a:endCxn id="7" idx="1"/>
          </p:cNvCxnSpPr>
          <p:nvPr/>
        </p:nvCxnSpPr>
        <p:spPr>
          <a:xfrm>
            <a:off x="7536366" y="1579608"/>
            <a:ext cx="14368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1220" y="79375"/>
            <a:ext cx="8070215" cy="903605"/>
          </a:xfrm>
        </p:spPr>
        <p:txBody>
          <a:bodyPr/>
          <a:p>
            <a:pPr algn="ctr"/>
            <a:r>
              <a:rPr lang="en-US" altLang="en-US" b="1"/>
              <a:t>Challenges  and Future</a:t>
            </a:r>
            <a:endParaRPr lang="en-US" alt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9570" y="1105535"/>
            <a:ext cx="11292840" cy="54832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400" b="1"/>
              <a:t>Challenges</a:t>
            </a:r>
            <a:endParaRPr lang="en-US" altLang="en-US" sz="2400" b="1"/>
          </a:p>
          <a:p>
            <a:pPr>
              <a:buFont typeface="Wingdings" panose="05000000000000000000" charset="0"/>
              <a:buChar char="v"/>
            </a:pPr>
            <a:r>
              <a:rPr lang="en-US" altLang="en-US" sz="2400"/>
              <a:t>Django setup</a:t>
            </a:r>
            <a:endParaRPr lang="en-US" altLang="en-US" sz="2400"/>
          </a:p>
          <a:p>
            <a:pPr>
              <a:buFont typeface="Wingdings" panose="05000000000000000000" charset="0"/>
              <a:buChar char="v"/>
            </a:pPr>
            <a:r>
              <a:rPr lang="en-US" altLang="en-US" sz="2400"/>
              <a:t>Database linking</a:t>
            </a:r>
            <a:endParaRPr lang="en-US" altLang="en-US" sz="2400"/>
          </a:p>
          <a:p>
            <a:pPr>
              <a:buFont typeface="Wingdings" panose="05000000000000000000" charset="0"/>
              <a:buChar char="v"/>
            </a:pPr>
            <a:r>
              <a:rPr lang="en-US" altLang="en-US" sz="2400"/>
              <a:t>Team coordination</a:t>
            </a:r>
            <a:endParaRPr lang="en-US" altLang="en-US" sz="2400"/>
          </a:p>
          <a:p>
            <a:pPr>
              <a:buFont typeface="Wingdings" panose="05000000000000000000" charset="0"/>
              <a:buChar char="v"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Future work</a:t>
            </a:r>
            <a:endParaRPr lang="en-US" altLang="en-US" sz="24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Frontend completion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Full testing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Deployment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Final sentence: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The backend system is completed and frontend integration is ongoing.</a:t>
            </a:r>
            <a:endParaRPr lang="en-US" alt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850900" y="5678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WPS Presentation</Application>
  <PresentationFormat>Grand écran</PresentationFormat>
  <Paragraphs>68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INTRODUCTION TO PYTHON PROGRAMMING LANGUAGE</vt:lpstr>
      <vt:lpstr>Project Idea</vt:lpstr>
      <vt:lpstr>Technologies Used</vt:lpstr>
      <vt:lpstr>Development Progress</vt:lpstr>
      <vt:lpstr>Application Screens</vt:lpstr>
      <vt:lpstr>Challenges  and Future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WPS_1774819248</cp:lastModifiedBy>
  <cp:revision>6</cp:revision>
  <dcterms:created xsi:type="dcterms:W3CDTF">2025-07-23T00:59:00Z</dcterms:created>
  <dcterms:modified xsi:type="dcterms:W3CDTF">2026-05-15T23:40:01Z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3531D040D979466EA2C962A262D6EB41_11</vt:lpwstr>
  </property>
  <property fmtid="{D5CDD505-2E9C-101B-9397-08002B2CF9AE}" pid="3" name="KSOProductBuildVer">
    <vt:lpwstr>1033-12.2.0.23196</vt:lpwstr>
  </property>
</Properties>
</file>
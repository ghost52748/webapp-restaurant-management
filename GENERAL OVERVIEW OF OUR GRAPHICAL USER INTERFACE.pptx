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0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1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8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1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69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8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2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3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19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FFC27-3BC7-4A5E-B2AB-22A07CDFD1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C9E6-30F5-44DE-8C05-9DF1DAFEC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5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GENERAL OVERVIEW OF OUR GRAPHICAL USER INTERFACE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MANAGEMENT PAGES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2299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251" y="105104"/>
            <a:ext cx="6528239" cy="1145628"/>
          </a:xfrm>
        </p:spPr>
        <p:txBody>
          <a:bodyPr/>
          <a:lstStyle/>
          <a:p>
            <a:pPr algn="ctr"/>
            <a:r>
              <a:rPr lang="en-US" b="1" dirty="0" smtClean="0"/>
              <a:t>WELCOME PAGE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2"/>
          <a:stretch/>
        </p:blipFill>
        <p:spPr>
          <a:xfrm>
            <a:off x="987972" y="1366344"/>
            <a:ext cx="10058400" cy="431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7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269" y="0"/>
            <a:ext cx="7696200" cy="1200916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/>
              <a:t>LOGIN PAGE</a:t>
            </a:r>
            <a:endParaRPr lang="en-US" sz="6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4" t="13166" r="7067" b="4859"/>
          <a:stretch/>
        </p:blipFill>
        <p:spPr>
          <a:xfrm>
            <a:off x="1267810" y="1076363"/>
            <a:ext cx="8755117" cy="56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7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0536" y="123386"/>
            <a:ext cx="7233745" cy="748972"/>
          </a:xfrm>
        </p:spPr>
        <p:txBody>
          <a:bodyPr>
            <a:noAutofit/>
          </a:bodyPr>
          <a:lstStyle/>
          <a:p>
            <a:pPr algn="ctr"/>
            <a:r>
              <a:rPr lang="en-US" sz="6600" b="1" dirty="0" smtClean="0"/>
              <a:t>DASHBOARD</a:t>
            </a:r>
            <a:endParaRPr lang="en-US" sz="6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b="15204"/>
          <a:stretch/>
        </p:blipFill>
        <p:spPr>
          <a:xfrm>
            <a:off x="1008992" y="1008993"/>
            <a:ext cx="9959866" cy="568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229" y="73573"/>
            <a:ext cx="10832225" cy="903890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CUSTOMER MANAGEMENT PAGE</a:t>
            </a:r>
            <a:endParaRPr lang="en-US" sz="5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" b="17555"/>
          <a:stretch/>
        </p:blipFill>
        <p:spPr>
          <a:xfrm>
            <a:off x="920968" y="1112743"/>
            <a:ext cx="9953233" cy="550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0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931" y="31531"/>
            <a:ext cx="9756227" cy="61233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 smtClean="0"/>
              <a:t>ORDER MANAGEMENT PAGE</a:t>
            </a:r>
            <a:endParaRPr lang="en-US" sz="5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5" t="1411" r="3095"/>
          <a:stretch/>
        </p:blipFill>
        <p:spPr>
          <a:xfrm>
            <a:off x="1471448" y="767255"/>
            <a:ext cx="8303174" cy="60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6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4923" y="1"/>
            <a:ext cx="8450317" cy="7252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 smtClean="0"/>
              <a:t>RESERVATION PAGE</a:t>
            </a:r>
            <a:endParaRPr lang="en-US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9" t="1096" r="3200"/>
          <a:stretch/>
        </p:blipFill>
        <p:spPr>
          <a:xfrm>
            <a:off x="1702677" y="725215"/>
            <a:ext cx="9059916" cy="607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4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738" y="102366"/>
            <a:ext cx="8103476" cy="601827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/>
              <a:t>INVENTORY PAGE</a:t>
            </a:r>
            <a:endParaRPr lang="en-US" sz="5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0" t="5485" r="1110" b="4702"/>
          <a:stretch/>
        </p:blipFill>
        <p:spPr>
          <a:xfrm>
            <a:off x="1250732" y="835572"/>
            <a:ext cx="9659008" cy="602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8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24</Words>
  <Application>Microsoft Office PowerPoint</Application>
  <PresentationFormat>Widescreen</PresentationFormat>
  <Paragraphs>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GENERAL OVERVIEW OF OUR GRAPHICAL USER INTERFACE</vt:lpstr>
      <vt:lpstr>WELCOME PAGE</vt:lpstr>
      <vt:lpstr>LOGIN PAGE</vt:lpstr>
      <vt:lpstr>DASHBOARD</vt:lpstr>
      <vt:lpstr>CUSTOMER MANAGEMENT PAGE</vt:lpstr>
      <vt:lpstr>ORDER MANAGEMENT PAGE</vt:lpstr>
      <vt:lpstr>RESERVATION PAGE</vt:lpstr>
      <vt:lpstr>INVENTORY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2026-04-03T15:44:41Z</dcterms:created>
  <dcterms:modified xsi:type="dcterms:W3CDTF">2026-04-03T20:58:06Z</dcterms:modified>
</cp:coreProperties>
</file>
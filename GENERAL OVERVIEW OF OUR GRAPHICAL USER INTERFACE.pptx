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3" r:id="rId3"/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3" autoAdjust="0"/>
    <p:restoredTop sz="94660"/>
  </p:normalViewPr>
  <p:slideViewPr>
    <p:cSldViewPr snapToGrid="0">
      <p:cViewPr varScale="1">
        <p:scale>
          <a:sx n="91" d="100"/>
          <a:sy n="91" d="100"/>
        </p:scale>
        <p:origin x="53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FFC27-3BC7-4A5E-B2AB-22A07CDFD153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C9E6-30F5-44DE-8C05-9DF1DAFECD3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FFC27-3BC7-4A5E-B2AB-22A07CDFD153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C9E6-30F5-44DE-8C05-9DF1DAFECD3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FFC27-3BC7-4A5E-B2AB-22A07CDFD153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C9E6-30F5-44DE-8C05-9DF1DAFECD3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FFC27-3BC7-4A5E-B2AB-22A07CDFD153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C9E6-30F5-44DE-8C05-9DF1DAFECD3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FFC27-3BC7-4A5E-B2AB-22A07CDFD153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C9E6-30F5-44DE-8C05-9DF1DAFECD3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FFC27-3BC7-4A5E-B2AB-22A07CDFD153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C9E6-30F5-44DE-8C05-9DF1DAFECD3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FFC27-3BC7-4A5E-B2AB-22A07CDFD153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C9E6-30F5-44DE-8C05-9DF1DAFECD3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FFC27-3BC7-4A5E-B2AB-22A07CDFD153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C9E6-30F5-44DE-8C05-9DF1DAFECD3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FFC27-3BC7-4A5E-B2AB-22A07CDFD153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C9E6-30F5-44DE-8C05-9DF1DAFECD3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FFC27-3BC7-4A5E-B2AB-22A07CDFD153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C9E6-30F5-44DE-8C05-9DF1DAFECD3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FFC27-3BC7-4A5E-B2AB-22A07CDFD153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C9E6-30F5-44DE-8C05-9DF1DAFECD3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0FFC27-3BC7-4A5E-B2AB-22A07CDFD153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B1C9E6-30F5-44DE-8C05-9DF1DAFECD3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65" y="160359"/>
            <a:ext cx="2219113" cy="177529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92772" y="3128867"/>
            <a:ext cx="105944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 smtClean="0"/>
              <a:t>INTRODUCTION TO PYTHON PROGRAMMING:</a:t>
            </a:r>
            <a:endParaRPr lang="en-US" sz="4000" dirty="0" smtClean="0"/>
          </a:p>
          <a:p>
            <a:pPr algn="ctr"/>
            <a:r>
              <a:rPr lang="en-US" sz="4000" dirty="0" smtClean="0"/>
              <a:t>RESTAURANT MANAGEMENT WEB APP</a:t>
            </a:r>
            <a:endParaRPr lang="en-US" sz="4000" dirty="0"/>
          </a:p>
        </p:txBody>
      </p:sp>
      <p:sp>
        <p:nvSpPr>
          <p:cNvPr id="4" name="TextBox 3"/>
          <p:cNvSpPr txBox="1"/>
          <p:nvPr/>
        </p:nvSpPr>
        <p:spPr>
          <a:xfrm>
            <a:off x="399393" y="1935649"/>
            <a:ext cx="2501462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Friday 24</a:t>
            </a:r>
            <a:r>
              <a:rPr lang="en-US" baseline="30000" dirty="0" smtClean="0"/>
              <a:t>th</a:t>
            </a:r>
            <a:r>
              <a:rPr lang="en-US" dirty="0" smtClean="0"/>
              <a:t> April 2026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78069" y="5276193"/>
            <a:ext cx="30374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Supervisor: </a:t>
            </a:r>
            <a:endParaRPr lang="en-US" dirty="0" smtClean="0"/>
          </a:p>
          <a:p>
            <a:pPr algn="ctr"/>
            <a:r>
              <a:rPr lang="en-US" dirty="0" smtClean="0"/>
              <a:t>Mr. </a:t>
            </a:r>
            <a:r>
              <a:rPr lang="en-US" dirty="0" err="1" smtClean="0"/>
              <a:t>Mbietieu</a:t>
            </a:r>
            <a:r>
              <a:rPr lang="en-US" dirty="0" smtClean="0"/>
              <a:t> Amos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smtClean="0"/>
              <a:t>GENERAL OVERVIEW OF OUR GRAPHICAL USER INTERFACE</a:t>
            </a:r>
            <a:endParaRPr lang="en-US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4400" dirty="0" smtClean="0"/>
              <a:t>MANAGEMENT PAGES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7269" y="0"/>
            <a:ext cx="7696200" cy="1200916"/>
          </a:xfrm>
        </p:spPr>
        <p:txBody>
          <a:bodyPr>
            <a:normAutofit/>
          </a:bodyPr>
          <a:lstStyle/>
          <a:p>
            <a:pPr algn="ctr"/>
            <a:r>
              <a:rPr lang="en-US" sz="6600" b="1" dirty="0" smtClean="0"/>
              <a:t>LOGIN PAGE</a:t>
            </a:r>
            <a:endParaRPr lang="en-US" sz="6600" b="1" dirty="0"/>
          </a:p>
        </p:txBody>
      </p:sp>
      <p:pic>
        <p:nvPicPr>
          <p:cNvPr id="4" name="Picture 3" descr="ChatGPT Image Apr 24, 2026, 02_23_07 PM.png front"/>
          <p:cNvPicPr>
            <a:picLocks noChangeAspect="1"/>
          </p:cNvPicPr>
          <p:nvPr/>
        </p:nvPicPr>
        <p:blipFill>
          <a:blip r:embed="rId1"/>
          <a:srcRect l="12897" t="2322" r="17229" b="13954"/>
          <a:stretch>
            <a:fillRect/>
          </a:stretch>
        </p:blipFill>
        <p:spPr>
          <a:xfrm>
            <a:off x="2661920" y="1280160"/>
            <a:ext cx="6677660" cy="533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0536" y="123386"/>
            <a:ext cx="7233745" cy="748972"/>
          </a:xfrm>
        </p:spPr>
        <p:txBody>
          <a:bodyPr>
            <a:noAutofit/>
          </a:bodyPr>
          <a:lstStyle/>
          <a:p>
            <a:pPr algn="ctr"/>
            <a:r>
              <a:rPr lang="en-US" sz="6600" b="1" dirty="0" smtClean="0"/>
              <a:t>DASHBOARD</a:t>
            </a:r>
            <a:endParaRPr lang="en-US" sz="6600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" b="15204"/>
          <a:stretch>
            <a:fillRect/>
          </a:stretch>
        </p:blipFill>
        <p:spPr>
          <a:xfrm>
            <a:off x="1008992" y="1008993"/>
            <a:ext cx="9959866" cy="56860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9229" y="73573"/>
            <a:ext cx="10832225" cy="903890"/>
          </a:xfrm>
        </p:spPr>
        <p:txBody>
          <a:bodyPr>
            <a:noAutofit/>
          </a:bodyPr>
          <a:lstStyle/>
          <a:p>
            <a:pPr algn="ctr"/>
            <a:r>
              <a:rPr lang="en-US" sz="5400" b="1" dirty="0" smtClean="0"/>
              <a:t>CUSTOMER MANAGEMENT PAGE</a:t>
            </a:r>
            <a:endParaRPr lang="en-US" sz="5400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3" b="17555"/>
          <a:stretch>
            <a:fillRect/>
          </a:stretch>
        </p:blipFill>
        <p:spPr>
          <a:xfrm>
            <a:off x="920968" y="1112743"/>
            <a:ext cx="9953233" cy="550877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5931" y="31531"/>
            <a:ext cx="9756227" cy="612336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b="1" dirty="0" smtClean="0"/>
              <a:t>ORDER MANAGEMENT PAGE</a:t>
            </a:r>
            <a:endParaRPr lang="en-US" sz="5400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95" t="1411" r="3095"/>
          <a:stretch>
            <a:fillRect/>
          </a:stretch>
        </p:blipFill>
        <p:spPr>
          <a:xfrm>
            <a:off x="1471448" y="767255"/>
            <a:ext cx="8303174" cy="600309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4923" y="1"/>
            <a:ext cx="8450317" cy="725214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800" b="1" dirty="0" smtClean="0"/>
              <a:t>RESERVATION PAGE</a:t>
            </a:r>
            <a:endParaRPr lang="en-US" sz="4800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9" t="1096" r="3200"/>
          <a:stretch>
            <a:fillRect/>
          </a:stretch>
        </p:blipFill>
        <p:spPr>
          <a:xfrm>
            <a:off x="1702677" y="725215"/>
            <a:ext cx="9059916" cy="60777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5738" y="102366"/>
            <a:ext cx="8103476" cy="601827"/>
          </a:xfrm>
        </p:spPr>
        <p:txBody>
          <a:bodyPr>
            <a:noAutofit/>
          </a:bodyPr>
          <a:lstStyle/>
          <a:p>
            <a:pPr algn="ctr"/>
            <a:r>
              <a:rPr lang="en-US" sz="5400" b="1" dirty="0" smtClean="0"/>
              <a:t>INVENTORY PAGE</a:t>
            </a:r>
            <a:endParaRPr lang="en-US" sz="5400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0" t="5485" r="1110" b="4702"/>
          <a:stretch>
            <a:fillRect/>
          </a:stretch>
        </p:blipFill>
        <p:spPr>
          <a:xfrm>
            <a:off x="1250732" y="835572"/>
            <a:ext cx="9659008" cy="60224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273</Words>
  <Application>WPS Presentation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6" baseType="lpstr">
      <vt:lpstr>Arial</vt:lpstr>
      <vt:lpstr>SimSun</vt:lpstr>
      <vt:lpstr>Wingdings</vt:lpstr>
      <vt:lpstr>Calibri</vt:lpstr>
      <vt:lpstr>Microsoft YaHei</vt:lpstr>
      <vt:lpstr>Arial Unicode MS</vt:lpstr>
      <vt:lpstr>Calibri Light</vt:lpstr>
      <vt:lpstr>Office Theme</vt:lpstr>
      <vt:lpstr>PowerPoint 演示文稿</vt:lpstr>
      <vt:lpstr>GENERAL OVERVIEW OF OUR GRAPHICAL USER INTERFACE</vt:lpstr>
      <vt:lpstr>LOGIN PAGE</vt:lpstr>
      <vt:lpstr>DASHBOARD</vt:lpstr>
      <vt:lpstr>CUSTOMER MANAGEMENT PAGE</vt:lpstr>
      <vt:lpstr>ORDER MANAGEMENT PAGE</vt:lpstr>
      <vt:lpstr>RESERVATION PAGE</vt:lpstr>
      <vt:lpstr>INVENTORY PAGE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 User</dc:creator>
  <cp:lastModifiedBy>WPS_1774819248</cp:lastModifiedBy>
  <cp:revision>10</cp:revision>
  <dcterms:created xsi:type="dcterms:W3CDTF">2026-04-03T15:44:00Z</dcterms:created>
  <dcterms:modified xsi:type="dcterms:W3CDTF">2026-04-24T21:30:43Z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92DEFA0A400D487283E9DB2E134B17D2_12</vt:lpwstr>
  </property>
  <property fmtid="{D5CDD505-2E9C-101B-9397-08002B2CF9AE}" pid="3" name="KSOProductBuildVer">
    <vt:lpwstr>1033-12.2.0.23196</vt:lpwstr>
  </property>
</Properties>
</file>